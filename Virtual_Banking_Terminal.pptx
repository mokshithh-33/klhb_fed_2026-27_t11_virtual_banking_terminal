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657600" cy="3657600"/>
          </a:xfrm>
          <a:prstGeom prst="ellipse">
            <a:avLst/>
          </a:prstGeom>
          <a:solidFill>
            <a:srgbClr val="222A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52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BANKING TERMINAL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Console-Based ATM Simulation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194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Application  |  Simulated Cash Dispensing  |  PIN-Based Authentication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560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 Banking Terminal is a console-based Java application that reproduces the core experience of an ATM in a fully simulated environment. It authenticates a user through a PIN-based login, then offers a structured menu for everyday banking actions. Beyond simple input and output, the system models real-world constraints — limited login attempts, rounding of withdrawal amounts, and optimal note-denomination breakdown — making it a practical study of how logic, validation, and state management come together in a financial tool.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8096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8562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verification with a limited retry window before lockout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2651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Handling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90779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checks, withdrawals, and deposits in one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3703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Logic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95935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rounded and broken into real note denominations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6675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74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10,000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742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starting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5074920"/>
            <a:ext cx="0" cy="105156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5074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5742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denominations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5074920"/>
            <a:ext cx="0" cy="105156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5074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5742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attempts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lockout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BANKING TERMINAL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simulated terminal is worth building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space to learn banking-software logic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ATM software cannot be experimented with, so learners lack a hands-on model of PIN security, session flow, and transaction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65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handling is easy to get wrong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reasoning about note counts for an arbitrary withdrawal amount is error-prone without a defined dispensing algorithm.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input handling breaks real systems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92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input (non-numeric entries, invalid amounts) is a common source of crashes and inconsistent state in transaction software.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needs to be built in, not bolted 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892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PIN attempts or unchecked PIN changes expose a system to brute-force misuse and careless resets.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BANKING TERMINAL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self-contained Java program models the entire ATM session as a controlled state machine — from authentication to menu-driven transactions — so every action happens only after the right checks pass.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663440" y="5943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6344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4914900" y="1097280"/>
            <a:ext cx="0" cy="64008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394960" y="566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9144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up to 3 attempts to enter the correct PIN before the session is blocked.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4914900" y="2606040"/>
            <a:ext cx="0" cy="64008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394960" y="20756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Menu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4231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loop offers balance check, withdrawal, deposit, PIN change, and exit.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4914900" y="4114800"/>
            <a:ext cx="0" cy="64008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394960" y="35844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Input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9319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input guard rejects non-numeric entries before any action is processed.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5120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Shape 20"/>
          <p:cNvSpPr/>
          <p:nvPr/>
        </p:nvSpPr>
        <p:spPr>
          <a:xfrm>
            <a:off x="4914900" y="5623560"/>
            <a:ext cx="0" cy="64008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394960" y="5093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Confirm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54406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update in memory and a clear confirmation is shown after each action.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BANKING TERMINAL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inside the terminal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877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Login &amp; Lockout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260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Three-attempt PIN verification; the session ends if all attempts fail.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5877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9260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read-out of the current available balance.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5877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Withdrawal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92608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rounded to the nearest 10 and broken down into 500/200/100/50/20/10 notes, with a running note tally.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Handling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120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validated positive amounts straight to the running balance.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4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Management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120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verified user set a new 4-digit PIN, rejecting anything out of range.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6C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Safeguards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120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numeric-input guard re-prompts on any non-numeric entry, anywhere in the flow.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BANKING TERMINAL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029200" cy="50292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 Banking Terminal shows that a small, disciplined set of rules — attempt limits, input validation, and a clear denomination algorithm — is enough to make a simple program feel like a trustworthy financial tool. It is a compact foundation that can grow well beyond a single console session.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base for a larger, production-style banking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222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216712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20299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with a real database instead of in-memory balances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94436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28072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 with individual login credentials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372160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35844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(GUI) front-end in place of the console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44988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43616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and printable mini-statements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527608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5138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PIN storage and stronger authentication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BANKING TERMINAL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2026-09-22T09:08:05Z</dcterms:created>
  <dcterms:modified xsi:type="dcterms:W3CDTF">2026-09-22T09:08:05Z</dcterms:modified>
</cp:coreProperties>
</file>